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7556500" cy="10699750"/>
  <p:notesSz cx="7556500" cy="106997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6922"/>
            <a:ext cx="6428422" cy="2246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91860"/>
            <a:ext cx="5293995" cy="2674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5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5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2460942"/>
            <a:ext cx="3289839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2460942"/>
            <a:ext cx="3289839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5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5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5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990"/>
            <a:ext cx="6806565" cy="1711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60942"/>
            <a:ext cx="6806565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1369" y="9950768"/>
            <a:ext cx="2420112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142" y="9950768"/>
            <a:ext cx="173945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3697351" y="10188955"/>
            <a:ext cx="168910" cy="1657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5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662554" y="249427"/>
            <a:ext cx="223710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Calibri"/>
                <a:cs typeface="Calibri"/>
              </a:rPr>
              <a:t>Networking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&amp;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Connected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Technologies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045" y="441045"/>
            <a:ext cx="6784848" cy="9759950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662554" y="249427"/>
            <a:ext cx="223710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Calibri"/>
                <a:cs typeface="Calibri"/>
              </a:rPr>
              <a:t>Networking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&amp;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Connected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Technologies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045" y="441083"/>
            <a:ext cx="6490334" cy="9728962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662554" y="249427"/>
            <a:ext cx="223710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Calibri"/>
                <a:cs typeface="Calibri"/>
              </a:rPr>
              <a:t>Networking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&amp;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Connected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Technologies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045" y="440994"/>
            <a:ext cx="6746875" cy="9859518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662554" y="249427"/>
            <a:ext cx="223710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Calibri"/>
                <a:cs typeface="Calibri"/>
              </a:rPr>
              <a:t>Networking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&amp;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Connected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Technologies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045" y="441058"/>
            <a:ext cx="6508115" cy="9843008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662554" y="249427"/>
            <a:ext cx="223710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Calibri"/>
                <a:cs typeface="Calibri"/>
              </a:rPr>
              <a:t>Networking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&amp;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Connected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Technologies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045" y="441070"/>
            <a:ext cx="6499225" cy="9829165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662554" y="249427"/>
            <a:ext cx="223710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Calibri"/>
                <a:cs typeface="Calibri"/>
              </a:rPr>
              <a:t>Networking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&amp;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Connected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Technologies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045" y="441032"/>
            <a:ext cx="6532880" cy="9780435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662554" y="249427"/>
            <a:ext cx="223710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Calibri"/>
                <a:cs typeface="Calibri"/>
              </a:rPr>
              <a:t>Networking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&amp;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Connected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Technologies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045" y="441070"/>
            <a:ext cx="6587490" cy="9812782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662554" y="249427"/>
            <a:ext cx="223710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Calibri"/>
                <a:cs typeface="Calibri"/>
              </a:rPr>
              <a:t>Networking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&amp;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Connected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Technologies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045" y="440994"/>
            <a:ext cx="6401434" cy="9746488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662554" y="249427"/>
            <a:ext cx="223710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Calibri"/>
                <a:cs typeface="Calibri"/>
              </a:rPr>
              <a:t>Networking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&amp;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Connected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Technologies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045" y="440981"/>
            <a:ext cx="6413500" cy="9739337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662554" y="249427"/>
            <a:ext cx="223710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Calibri"/>
                <a:cs typeface="Calibri"/>
              </a:rPr>
              <a:t>Networking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&amp;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Connected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Technologies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045" y="441045"/>
            <a:ext cx="6615938" cy="9794138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662554" y="249427"/>
            <a:ext cx="223710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Calibri"/>
                <a:cs typeface="Calibri"/>
              </a:rPr>
              <a:t>Networking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&amp;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Connected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Technologies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045" y="441019"/>
            <a:ext cx="6471284" cy="9725533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dcterms:created xsi:type="dcterms:W3CDTF">2026-09-02T02:35:00Z</dcterms:created>
  <dcterms:modified xsi:type="dcterms:W3CDTF">2026-09-02T02:35:00Z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2026-09-02T00:00:00Z</vt:filetime>
  </property>
  <property fmtid="{D5CDD505-2E9C-101B-9397-08002B2CF9AE}" pid="3" name="Creator">
    <vt:lpwstr>Microsoft® Word 2010 Trial</vt:lpwstr>
  </property>
  <property fmtid="{D5CDD505-2E9C-101B-9397-08002B2CF9AE}" pid="4" name="LastSaved">
    <vt:filetime>2026-09-02T00:00:00Z</vt:filetime>
  </property>
  <property fmtid="{D5CDD505-2E9C-101B-9397-08002B2CF9AE}" pid="5" name="Producer">
    <vt:lpwstr>Microsoft® Word 2010 Trial</vt:lpwstr>
  </property>
</Properties>
</file>