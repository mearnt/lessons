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-67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Table of Contents | មាតិកាមេរៀន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1. Digital systems &amp; everyday examples | ប្រព័ន្ធឌីជីថល និងឧទាហរណ៍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2. Device communication | ការទំនាក់ទំនងរវាងឧបករណ៍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3. Networks &amp; connected technologies | បណ្តាញ និងបច្ចេកវិទ្យាភ្ជាប់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4. Input → Process → Output | បញ្ចូល → ដំណើរការ → លទ្ធផល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5. Real-life examples: apps, GPS, streaming, smart devices | ឧទាហរណ៍ជាក់ស្តែង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2/16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What Is a Digital System? | តើប្រព័ន្ធឌីជីថលជាអ្វី?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• A combination of hardware, software and data that collects, processes, stores, communicates or produces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ការរួមបញ្ចូល Hardware, Software និងទិន្នន័យ ដើម្បីប្រមូល ដំណើរការ រក្សាទុក បញ្ជូន ឬបង្ហាញព័ត៌មាន។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Examples | ឧទាហរណ៍: Smartphone • Computer • ATM • Digital camera • Smart TV • GPS • Smartwatch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Key idea | ចំណុចសំខាន់: Digital data is commonly represented using 0s and 1s.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3/16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Digital Systems in Everyday Life | ប្រព័ន្ធឌីជីថលក្នុងជីវិតប្រចាំថ្ងៃ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Communication | ទំនាក់ទំនង — Smartphone / 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Transportation | ការធ្វើដំណើរ — GPS /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Banking | ធនាគារ — ATM / Mobile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Education | ការអប់រំ — Computer /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Entertainment | កម្សាន្ត — Streaming / Smart 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79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Health &amp; Home | សុខភាព និងផ្ទះ — Smartwatch / Smart 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4/16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How Do Digital Devices Communicate? | តើឧបករណ៍ឌីជីថលទំនាក់ទំនងគ្នាដូចម្តេច?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Basic path | ដំណើរការមូលដ្ឋាន: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Device A → Network → Device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ឧបករណ៍ A → បណ្តាញ → ឧបករណ៍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1. Create/request data | បង្កើត/ស្នើសុំទិន្នន័យ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2. Convert to digital signals | បម្លែងជាសញ្ញាឌីជីថល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79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3. Network carries data | បណ្តាញបញ្ជូនទិន្នន័យ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84647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4. Receiver interprets data | ឧបករណ៍ទទួលបកស្រាយទិន្នន័យ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5/16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Data &amp; Information | ទិន្នន័យ និងព័ត៌មាន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Data | ទិន្នន័យ: raw facts such as numbers, text, images, audio, video and location.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Information | ព័ត៌មាន: processed data that has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GPS example | ឧទាហរណ៍ GPS: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Latitude + Longitude + Map Data → Processing → Location + Route +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រយៈទទឹង + រយៈបណ្តោយ + ទិន្នន័យផែនទី → ដំណើរការ → ទីតាំង + ផ្លូវ + ចម្ងាយ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6/16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What Is a Network? | តើបណ្តាញជាអ្វី?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A network is a group of connected devices that communicate and share data or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បណ្តាញគឺជាក្រុមឧបករណ៍ដែលភ្ជាប់គ្នា ដើម្បីទំនាក់ទំនង និងចែករំលែកទិន្នន័យ ឬធនធាន។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Uses | ការប្រើប្រាស់: Share information • Share devices • Internet access • Communication • Cloud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Examples | ឧទាហរណ៍: School network • Home Wi‑Fi • Office network • Mobile network •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7/16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Types of Networks | ប្រភេទបណ្តាញ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PAN — Personal Area Network | បណ្តាញផ្ទាល់ខ្លួន: smartwatch, earbuds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LAN — Local Area Network | បណ្តាញតំបន់មូលដ្ឋាន: home, school,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WAN — Wide Area Network | បណ្តាញតំបន់ធំ: connects networks across large distances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Internet | អ៊ីនធឺណិត: global network connecting networks around 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8/16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Connected Technologies | បច្ចេកវិទ្យាដែលភ្ជាប់គ្នា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Wi‑Fi | បណ្តាញឥតខ្សែ — Internet and local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Bluetooth | ប៊្លូធូស — short-distance wireless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4G / 5G | បណ្តាញចល័ត — smartphones and mobile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NFC | ការទំនាក់ទំនងចម្ងាយជិត — contactless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IoT | Internet of Things — physical devices connected to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9/16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How Devices Connect: Smart Home | របៀបឧបករណ៍ភ្ជាប់គ្នា៖ ផ្ទះឆ្លាតវៃ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Smartphone → Wi‑Fi Router → Internet → Cloud Service → Smart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ស្មាតហ្វូន → Wi‑Fi Router → អ៊ីនធឺណិត → Cloud → Smart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Example action | ឧទាហរណ៍: User taps “Turn ON Light” | អ្នកប្រើចុច “បើកភ្លើង”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The command travels through the network and the smart light responds.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ពាក្យបញ្ជាត្រូវបានបញ្ជូនតាមបណ្តាញ ហើយ Smart Light ឆ្លើយតប។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10/16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The Input–Process–Output Model | គំរូ បញ្ចូល–ដំណើរការ–លទ្ធផល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INPUT | បញ្ចូល — data entered into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PROCESS | ដំណើរការ — system analyzes or transforms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OUTPUT | លទ្ធផល — result produced by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Example | ឧទាហរណ៍: 25 + 15 → Calculate →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Remember | ចងចាំ: INPUT → PROCESS →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11/16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IPO Example: Mobile App | ឧទាហរណ៍ IPO៖ កម្មវិធីទូរស័ព្ទ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Example: Weather App | ឧទាហរណ៍៖ កម្មវិធីអាកាសធាតុ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INPUT | បញ្ចូល: location, GPS coordinates, weather sensor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PROCESS | ដំណើរការ: server analyzes weather data and app calculates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OUTPUT | លទ្ធផល: temperature, rain forecast, weather icon,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ទីតាំង + GPS + ទិន្នន័យអាកាសធាតុ → ដំណើរការ → សីតុណ្ហភាព + ការព្យាករណ៍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12/16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IPO Example: GPS | ឧទាហរណ៍ IPO៖ GPS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INPUT | បញ្ចូល: satellite signals, current location, destination, map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PROCESS | ដំណើរការ: calculate location, distance, routes and estimated travel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OUTPUT | លទ្ធផល: current location, map, route, distance, 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ផ្កាយរណប + ទីតាំង + គោលដៅ + ផែនទី → ដំណើរការ → ផ្លូវ + ចម្ងាយ + ពេលមកដល់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13/16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IPO Example: Streaming | ឧទាហរណ៍ IPO៖ Streaming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INPUT | បញ្ចូល: user selects video and sends an Internet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PROCESS | ដំណើរការ: server finds video; data is transmitted; device buffers and decodes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OUTPUT | លទ្ធផល: video appears on screen and sound plays through speakers/headphones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អ្នកប្រើជ្រើសវីដេអូ → Internet/Server → Buffer &amp; Decode → វីដេអូ + សំឡេង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14/16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IPO Example: Smart Device + Review | ឧបករណ៍ឆ្លាតវៃ + សង្ខេប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29800" y="1143000"/>
            <a:ext cx="1828800" cy="4892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/>
              <a:t>VISUAL</a:t>
            </a:r>
          </a:p>
          <a:p>
            <a:pPr algn="ctr"/>
            <a:endParaRPr sz="1500"/>
          </a:p>
          <a:p>
            <a:pPr algn="ctr"/>
            <a:r>
              <a:rPr sz="1500"/>
              <a:t>🖼️</a:t>
            </a:r>
          </a:p>
          <a:p>
            <a:pPr algn="ctr"/>
            <a:endParaRPr sz="1500"/>
          </a:p>
          <a:p>
            <a:pPr algn="ctr"/>
            <a:r>
              <a:rPr sz="1500"/>
              <a:t>Suggested image / diagram</a:t>
            </a:r>
          </a:p>
          <a:p>
            <a:pPr algn="ctr"/>
            <a:endParaRPr sz="1500"/>
          </a:p>
          <a:p>
            <a:pPr algn="ctr"/>
            <a:r>
              <a:rPr sz="1500"/>
              <a:t>រូបភាព / គំនូសតាង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Smartwatch INPUT | បញ្ចូល: heart rate, movement, steps, time, 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92808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PROCESS | ដំណើរការ: smartwatch processes sensor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51176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OUTPUT | លទ្ធផល: step count, activity information, notifications, exercise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9544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Key concepts | ចំណុចសំខាន់: Digital Systems • Networks • Connected Technologies • 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67911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Pair activity | សកម្មភាពជាគូ: Choose an app, GPS, streaming service, smartwatch, smart light or ATM.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79"/>
            <a:ext cx="8641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Identify Input → Process → Output | កំណត់ បញ្ចូល → ដំណើរការ → លទ្ធផល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/>
              <a:t>Grade 7 ICT  |  Slide 15/16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1451</Words>
  <Application>Microsoft Office PowerPoint</Application>
  <PresentationFormat>Custom</PresentationFormat>
  <Paragraphs>195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2026-09-10T05:20:57Z</dcterms:modified>
  <cp:category/>
</cp:coreProperties>
</file>